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2926080" cy="2926080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9FF"/>
                </a:solidFill>
              </a:defRPr>
            </a:pPr>
            <a:r>
              <a:t>ClassNova</a:t>
            </a:r>
          </a:p>
          <a:p>
            <a:pPr>
              <a:defRPr sz="1800">
                <a:solidFill>
                  <a:srgbClr val="A5B4CD"/>
                </a:solidFill>
              </a:defRPr>
            </a:pPr>
            <a:r>
              <a:t>Smart Attendance Platform - Complete App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108960" cy="4572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080D1A"/>
                </a:solidFill>
              </a:defRPr>
            </a:pPr>
            <a:r>
              <a:t>Next.js + Supabase + WebAuthn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4CD"/>
                </a:solidFill>
              </a:defRPr>
            </a:pPr>
            <a:r>
              <a:t>Theme: Aurora Glass | Suggested transitions: Morph/Fade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2926080" cy="2926080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9FF"/>
                </a:solidFill>
              </a:defRPr>
            </a:pPr>
            <a:r>
              <a:t>Problem We Solve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94960" cy="438912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Traditional Attendance Pain Points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Proxy attendance and buddy-marking are common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Manual sheets are slow, error-prone, and easy to manipulate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No real-time visibility for teachers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Difficult to audit history and attendance integrity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303520" cy="438912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Institution Requirements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Fast classroom flow with minimal friction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Strong identity verification for students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Teacher control with easy override workflow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Reliable records for reporting and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2926080" cy="2926080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9FF"/>
                </a:solidFill>
              </a:defRPr>
            </a:pPr>
            <a:r>
              <a:t>ClassNova Solution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566160" cy="411480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Teacher App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Create session by Dept -&gt; Year -&gt; Subject -&gt; Period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Generate 4-character live token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Refresh or close session anytime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Manual override with student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554480"/>
            <a:ext cx="3566160" cy="411480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Student App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Biometric enrollment via WebAuthn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Enter token and verify biometrics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View monthly performance and history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Leaderboard/race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54480"/>
            <a:ext cx="3108960" cy="411480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Backend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Secure APIs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Role-based routing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Session and record integrity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Supabase data + auth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2926080" cy="2926080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9FF"/>
                </a:solidFill>
              </a:defRPr>
            </a:pPr>
            <a:r>
              <a:t>End-to-End Attendance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5303520" cy="1097280"/>
          </a:xfrm>
          <a:prstGeom prst="roundRect">
            <a:avLst/>
          </a:prstGeom>
          <a:solidFill>
            <a:srgbClr val="121C34"/>
          </a:solidFill>
          <a:ln>
            <a:solidFill>
              <a:srgbClr val="2C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0F9FF"/>
                </a:solidFill>
              </a:defRPr>
            </a:pPr>
            <a:r>
              <a:t>1. Teacher creates session for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5303520" cy="1097280"/>
          </a:xfrm>
          <a:prstGeom prst="roundRect">
            <a:avLst/>
          </a:prstGeom>
          <a:solidFill>
            <a:srgbClr val="121C34"/>
          </a:solidFill>
          <a:ln>
            <a:solidFill>
              <a:srgbClr val="2C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0F9FF"/>
                </a:solidFill>
              </a:defRPr>
            </a:pPr>
            <a:r>
              <a:t>2. System generates 4-char token (time-limited)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54680"/>
            <a:ext cx="5303520" cy="1097280"/>
          </a:xfrm>
          <a:prstGeom prst="roundRect">
            <a:avLst/>
          </a:prstGeom>
          <a:solidFill>
            <a:srgbClr val="121C34"/>
          </a:solidFill>
          <a:ln>
            <a:solidFill>
              <a:srgbClr val="2C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0F9FF"/>
                </a:solidFill>
              </a:defRPr>
            </a:pPr>
            <a:r>
              <a:t>3. Student enters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3154680"/>
            <a:ext cx="5303520" cy="1097280"/>
          </a:xfrm>
          <a:prstGeom prst="roundRect">
            <a:avLst/>
          </a:prstGeom>
          <a:solidFill>
            <a:srgbClr val="121C34"/>
          </a:solidFill>
          <a:ln>
            <a:solidFill>
              <a:srgbClr val="2C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0F9FF"/>
                </a:solidFill>
              </a:defRPr>
            </a:pPr>
            <a:r>
              <a:t>4. Student biometric challenge +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663440"/>
            <a:ext cx="5303520" cy="1097280"/>
          </a:xfrm>
          <a:prstGeom prst="roundRect">
            <a:avLst/>
          </a:prstGeom>
          <a:solidFill>
            <a:srgbClr val="121C34"/>
          </a:solidFill>
          <a:ln>
            <a:solidFill>
              <a:srgbClr val="2C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0F9FF"/>
                </a:solidFill>
              </a:defRPr>
            </a:pPr>
            <a:r>
              <a:t>5. Attendance saved as PRESENT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663440"/>
            <a:ext cx="5303520" cy="1097280"/>
          </a:xfrm>
          <a:prstGeom prst="roundRect">
            <a:avLst/>
          </a:prstGeom>
          <a:solidFill>
            <a:srgbClr val="121C34"/>
          </a:solidFill>
          <a:ln>
            <a:solidFill>
              <a:srgbClr val="2C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0F9FF"/>
                </a:solidFill>
              </a:defRPr>
            </a:pPr>
            <a:r>
              <a:t>6. Teacher sees live updates and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2926080" cy="2926080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9FF"/>
                </a:solidFill>
              </a:defRPr>
            </a:pPr>
            <a:r>
              <a:t>Security and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486400" cy="448056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Core Integrity Rules (Preserved)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- 4-character token required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Session date locked to today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Biometric verification required for submit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Strict teacher/student role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029200" cy="448056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Operational Protections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Rate limiting on sensitive endpoints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Server-side ownership checks (teacher/session/class)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Duplicate attendance prevention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Manual override fully traceable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2926080" cy="2926080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9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38912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Frontend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Next.js App Router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Teacher dashboard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Student dashboard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Responsive mobile-first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554480"/>
            <a:ext cx="3474720" cy="438912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API Layer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/api/sessions, /api/classes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/api/attendance/submit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/api/webauthn/*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/api/auth/resolve-login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54480"/>
            <a:ext cx="3108960" cy="438912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Data and Auth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Supabase Auth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Profiles, classes, sessions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Attendance records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WebAuthn credentials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2926080" cy="2926080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9FF"/>
                </a:solidFill>
              </a:defRPr>
            </a:pPr>
            <a:r>
              <a:t>Teacher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29768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Session Control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Quick class selection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Live token display + timer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Refresh token instantly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Close session with final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429768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Attendance Management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Real-time attendance list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Manual override per student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History by month/date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Present mode breakdown (bio/manual/auto)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2926080" cy="2926080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9FF"/>
                </a:solidFill>
              </a:defRPr>
            </a:pPr>
            <a:r>
              <a:t>Student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29768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Fast Check-in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Biometric setup once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Token input with auto-prefetch optimization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Quick biometric prompt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Clear success/error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429768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Personal Dashboard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Monthly attendance KPI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Subject-wise performance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Race leaderboard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Filterable attendance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2926080" cy="2926080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9FF"/>
                </a:solidFill>
              </a:defRPr>
            </a:pPr>
            <a:r>
              <a:t>Performance and Reliability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29768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Optimizations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Prefetch WebAuthn authenticate options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- 30-second options cache for fast submit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Background refresh for student history/leaderboard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Lean API responses with safe fallbacks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429768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Quality Gates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Automated tests (Vitest)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Production build verification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Role and route protections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Vercel deployment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2926080" cy="2926080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9FF"/>
                </a:solidFill>
              </a:defRPr>
            </a:pPr>
            <a:r>
              <a:t>Future Upgrade: AI Fraud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29768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What AI Will Do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Score suspicious attendance patterns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Detect token-sharing behavior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Flag high-risk manual override clusters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Assist review, not replace core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429768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Safe Rollout Plan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Phase 1: Shadow mode (no blocking)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Phase 2: Risk flagging for review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Phase 3: Step-up checks for high risk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Audit trail + explainable reasons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2926080" cy="2926080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9FF"/>
                </a:solidFill>
              </a:defRPr>
            </a:pPr>
            <a:r>
              <a:t>Deployment and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29768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Current Stack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Hosted on Vercel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Supabase backend and auth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HTTPS + WebAuthn compatible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Cross-device browser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429768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38BDF8"/>
                </a:solidFill>
              </a:defRPr>
            </a:pPr>
            <a:r>
              <a:t>Scale Strategy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Database indexing for high concurrency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Edge-friendly API patterns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Observability and alerting</a:t>
            </a:r>
          </a:p>
          <a:p>
            <a:pPr>
              <a:defRPr sz="1400">
                <a:solidFill>
                  <a:srgbClr val="F0F9FF"/>
                </a:solidFill>
              </a:defRPr>
            </a:pPr>
            <a:r>
              <a:t>- Institution-level multi-class expansion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-1097280"/>
            <a:ext cx="2926080" cy="2926080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120640"/>
            <a:ext cx="3200400" cy="32004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0F9FF"/>
                </a:solidFill>
              </a:defRPr>
            </a:pPr>
            <a:r>
              <a:t>ClassNova: Attendance You Can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920240"/>
            <a:ext cx="10149840" cy="3108960"/>
          </a:xfrm>
          <a:prstGeom prst="roundRect">
            <a:avLst/>
          </a:prstGeom>
          <a:solidFill>
            <a:srgbClr val="121C34"/>
          </a:solidFill>
          <a:ln>
            <a:solidFill>
              <a:srgbClr val="24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0F9FF"/>
                </a:solidFill>
              </a:defRPr>
            </a:pPr>
            <a:r>
              <a:t>- Secure biometric verification + real-time classroom flow</a:t>
            </a:r>
          </a:p>
          <a:p>
            <a:pPr>
              <a:defRPr sz="1800">
                <a:solidFill>
                  <a:srgbClr val="F0F9FF"/>
                </a:solidFill>
              </a:defRPr>
            </a:pPr>
            <a:r>
              <a:t>- Teacher-first controls and student-friendly UX</a:t>
            </a:r>
          </a:p>
          <a:p>
            <a:pPr>
              <a:defRPr sz="1800">
                <a:solidFill>
                  <a:srgbClr val="F0F9FF"/>
                </a:solidFill>
              </a:defRPr>
            </a:pPr>
            <a:r>
              <a:t>- Strong integrity rules preserved end-to-end</a:t>
            </a:r>
          </a:p>
          <a:p>
            <a:pPr>
              <a:defRPr sz="1800">
                <a:solidFill>
                  <a:srgbClr val="F0F9FF"/>
                </a:solidFill>
              </a:defRPr>
            </a:pPr>
            <a:r>
              <a:t>- Built for production, scale, and future AI fraud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5577840"/>
            <a:ext cx="3291840" cy="59436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80D1A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